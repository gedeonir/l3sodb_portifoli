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66CC"/>
                </a:solidFill>
              </a:rPr>
              <a:t>Hardware vs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Members:</a:t>
            </a:r>
          </a:p>
          <a:p>
            <a:r>
              <a:t>Mwiza Ella Blessing</a:t>
            </a:r>
          </a:p>
          <a:p>
            <a:r>
              <a:t>Shema Elvis Prince</a:t>
            </a:r>
          </a:p>
          <a:p>
            <a:r>
              <a:t>Mugisha Alpha Bryan</a:t>
            </a:r>
          </a:p>
          <a:p>
            <a:r>
              <a:t>Orlando Keane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What is Hardware?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Hardware means the physical parts of a computer.</a:t>
            </a:r>
          </a:p>
          <a:p>
            <a:pPr/>
            <a:r>
              <a:t>You can see and touch hardware.</a:t>
            </a:r>
          </a:p>
          <a:p>
            <a:pPr/>
            <a:r>
              <a:t>Examples: keyboard, monitor, mouse.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371600"/>
            <a:ext cx="1371600" cy="1371600"/>
          </a:xfrm>
          <a:prstGeom prst="roundRect">
            <a:avLst/>
          </a:prstGeom>
          <a:solidFill>
            <a:srgbClr val="0099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ICON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What is Software?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Software is the set of programs that run on a computer.</a:t>
            </a:r>
          </a:p>
          <a:p>
            <a:pPr/>
            <a:r>
              <a:t>You cannot touch software.</a:t>
            </a:r>
          </a:p>
          <a:p>
            <a:pPr/>
            <a:r>
              <a:t>Examples: Windows, games, browsers.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371600"/>
            <a:ext cx="1371600" cy="1371600"/>
          </a:xfrm>
          <a:prstGeom prst="roundRect">
            <a:avLst/>
          </a:prstGeom>
          <a:solidFill>
            <a:srgbClr val="0099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ICON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Main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Hardware is physical; software is digital.</a:t>
            </a:r>
          </a:p>
          <a:p>
            <a:pPr/>
            <a:r>
              <a:t>Hardware is made in factories; software is coded by programmers.</a:t>
            </a:r>
          </a:p>
          <a:p>
            <a:pPr/>
            <a:r>
              <a:t>Hardware needs software to work properly.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371600"/>
            <a:ext cx="1371600" cy="1371600"/>
          </a:xfrm>
          <a:prstGeom prst="roundRect">
            <a:avLst/>
          </a:prstGeom>
          <a:solidFill>
            <a:srgbClr val="0099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ICON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How They Work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You type on a keyboard (hardware).</a:t>
            </a:r>
          </a:p>
          <a:p>
            <a:pPr/>
            <a:r>
              <a:t>The word processor (software) shows the text.</a:t>
            </a:r>
          </a:p>
          <a:p>
            <a:pPr/>
            <a:r>
              <a:t>Both must work together for the computer to function.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371600"/>
            <a:ext cx="1371600" cy="1371600"/>
          </a:xfrm>
          <a:prstGeom prst="roundRect">
            <a:avLst/>
          </a:prstGeom>
          <a:solidFill>
            <a:srgbClr val="0099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ICON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CC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Hardware and software depend on each other.</a:t>
            </a:r>
          </a:p>
          <a:p>
            <a:pPr/>
            <a:r>
              <a:t>Hardware provides the body of the computer.</a:t>
            </a:r>
          </a:p>
          <a:p>
            <a:pPr/>
            <a:r>
              <a:t>Software provides the instructions.</a:t>
            </a:r>
          </a:p>
          <a:p>
            <a:pPr/>
            <a:r>
              <a:t>Together they make computers useful.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371600"/>
            <a:ext cx="1371600" cy="1371600"/>
          </a:xfrm>
          <a:prstGeom prst="roundRect">
            <a:avLst/>
          </a:prstGeom>
          <a:solidFill>
            <a:srgbClr val="0099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ICON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